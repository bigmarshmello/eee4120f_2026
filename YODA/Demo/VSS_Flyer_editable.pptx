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330952" cy="7562088"/>
  <p:notesSz cx="7562088" cy="5330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1554480"/>
          </a:xfrm>
          <a:prstGeom prst="rect">
            <a:avLst/>
          </a:prstGeom>
          <a:solidFill>
            <a:srgbClr val="1532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45336"/>
            <a:ext cx="5330952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indent="0" marL="0">
              <a:buNone/>
            </a:pPr>
            <a:r>
              <a:rPr lang="en-US" sz="6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92608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SIGNAL STAR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66160" y="228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VSS-1</a:t>
            </a:r>
            <a:endParaRPr lang="en-US" sz="900" dirty="0"/>
          </a:p>
          <a:p>
            <a:pPr algn="r" indent="0" marL="0">
              <a:buNone/>
            </a:pPr>
            <a:r>
              <a:rPr lang="en-US" sz="7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SIMD CORE</a:t>
            </a:r>
            <a:endParaRPr lang="en-US" sz="900" dirty="0"/>
          </a:p>
          <a:p>
            <a:pPr algn="r" indent="0" marL="0">
              <a:buNone/>
            </a:pPr>
            <a:r>
              <a:rPr lang="en-US" sz="700" spc="10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StarCore-1</a:t>
            </a:r>
            <a:pPr indent="0" marL="0">
              <a:buNone/>
            </a:pP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twice the byte throughput, one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when every cycle on orbit counts."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0574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generate floods of byte-packed sensor data — temperature channels, voltage rails, GPIO status. The baseline StarCore-1 forces you to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unpack, compute, repack 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word.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does both bytes at once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single new opcode and a lane-split ALU. Same pipeline. Same toolchain. Half the instruction count on the workloads that hurt most.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30175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8" y="329184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" y="329184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8-bit lanes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splits the carry chain at bit 7. Two independent byte ops, one clock.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0" y="329184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0" y="329184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8" name="Text 16"/>
          <p:cNvSpPr/>
          <p:nvPr/>
        </p:nvSpPr>
        <p:spPr>
          <a:xfrm>
            <a:off x="2880360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opcode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4'b1110 (VECTOR). 8 vector ops via funct[2:0]. Reserved 1010 untouched.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92608" y="416052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608" y="416052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4215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scalar regression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4581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vector_mode = 0 keeps every Practical 4 instruction bit-for-bit identical.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0" y="416052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416052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4215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datapath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80360" y="4581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wires (vector_mode, funct), one new ALUOp encoding. That's the whole edit.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2608" y="5138928"/>
            <a:ext cx="4754880" cy="9144"/>
          </a:xfrm>
          <a:prstGeom prst="rect">
            <a:avLst/>
          </a:prstGeom>
          <a:solidFill>
            <a:srgbClr val="1E2E44"/>
          </a:solidFill>
          <a:ln/>
        </p:spPr>
      </p:sp>
      <p:sp>
        <p:nvSpPr>
          <p:cNvPr id="32" name="Shape 30"/>
          <p:cNvSpPr/>
          <p:nvPr/>
        </p:nvSpPr>
        <p:spPr>
          <a:xfrm>
            <a:off x="292608" y="5669280"/>
            <a:ext cx="4754880" cy="9144"/>
          </a:xfrm>
          <a:prstGeom prst="rect">
            <a:avLst/>
          </a:prstGeom>
          <a:solidFill>
            <a:srgbClr val="1E2E44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" y="52120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92608" y="553212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/ INSTR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74520" y="52120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874520" y="553212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SPEEDUP*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65576" y="52120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39/39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465576" y="553212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TESTS PASS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2608" y="57790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SHEET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" y="6035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783080" y="603504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16-bit single-cycle RISC, Harvard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92608" y="61904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ISA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783080" y="619048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VADD VSUB VINV VSHL VSHR VAND VOR VSLT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92608" y="63459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83080" y="63459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4'b1110, funct = instr[2:0]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292608" y="650138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783080" y="6501384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scalar 16b  /  SIMD-lite 2 x 8b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292608" y="6656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TOUCHED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783080" y="665683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 · ALU_Control.v · ControlUnit.v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2608" y="68122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spc="50" kern="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783080" y="681228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Icarus Verilog 12.0 + GTKWave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0" y="7114032"/>
            <a:ext cx="5330952" cy="448056"/>
          </a:xfrm>
          <a:prstGeom prst="rect">
            <a:avLst/>
          </a:prstGeom>
          <a:solidFill>
            <a:srgbClr val="122438"/>
          </a:solidFill>
          <a:ln/>
        </p:spPr>
      </p:sp>
      <p:sp>
        <p:nvSpPr>
          <p:cNvPr id="53" name="Shape 51"/>
          <p:cNvSpPr/>
          <p:nvPr/>
        </p:nvSpPr>
        <p:spPr>
          <a:xfrm>
            <a:off x="0" y="7114032"/>
            <a:ext cx="5330952" cy="1828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54" name="Text 52"/>
          <p:cNvSpPr/>
          <p:nvPr/>
        </p:nvSpPr>
        <p:spPr>
          <a:xfrm>
            <a:off x="292608" y="7178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HPES Project · Group 7</a:t>
            </a:r>
            <a:endParaRPr lang="en-US" sz="800" dirty="0"/>
          </a:p>
          <a:p>
            <a:pPr indent="0" marL="0">
              <a:buNone/>
            </a:pPr>
            <a:r>
              <a:rPr lang="en-US" sz="6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Joab Gray Kloppers (KLPJOA002) · Alex Hillman (HLLALE010)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931920" y="7178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Modelled on packed 8-bit</a:t>
            </a:r>
            <a:endParaRPr lang="en-US" sz="650" dirty="0"/>
          </a:p>
          <a:p>
            <a:pPr algn="r" indent="0" marL="0">
              <a:buNone/>
            </a:pPr>
            <a:r>
              <a:rPr lang="en-US" sz="6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workloads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EEE4120F HPES Project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VSS — Product Flyer (editable)</dc:title>
  <dc:subject>PptxGenJS Presentation</dc:subject>
  <dc:creator>Group 7 — Kloppers, Hillman</dc:creator>
  <cp:lastModifiedBy>Group 7 — Kloppers, Hillman</cp:lastModifiedBy>
  <cp:revision>1</cp:revision>
  <dcterms:created xsi:type="dcterms:W3CDTF">2026-05-17T22:07:18Z</dcterms:created>
  <dcterms:modified xsi:type="dcterms:W3CDTF">2026-05-17T22:07:18Z</dcterms:modified>
</cp:coreProperties>
</file>