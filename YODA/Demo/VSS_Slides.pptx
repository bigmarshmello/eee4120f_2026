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8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Vectorized Signal Star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the StarCore-1 RISC core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4389120"/>
            <a:ext cx="3657600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HPES Project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Joab Gray Kloppers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KLPJOA002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Hillman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HLLALE010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MS2 TECHNICAL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the byte throughput.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09728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31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adds a single SIMD-lite extension to the Practical 4 StarCore-1: a new VECTOR opcode that splits the 16-bit ALU into two independent 8-bit lanes. Built for the byte-packed workloads embedded telemetry lives on — sensor fusion, status masks, threshold compares — where the scalar core wastes most of its cycles unpacking and repacking.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scalar on packed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specialise the StarCore-1 at all?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4572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73152" cy="4572000"/>
          </a:xfrm>
          <a:prstGeom prst="rect">
            <a:avLst/>
          </a:prstGeom>
          <a:solidFill>
            <a:srgbClr val="5A667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StarCore-1 (baseline)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bytes packed in one register? You pay 5–8 instructions per pair.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add packed pairs A,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  R1, A, 8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R2, A, 0xFF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  R3, B, 8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R4, B, 0xFF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R5, R1, R3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R6, R2, R4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SHL  R5, R5, 8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 R7, R5, R6     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cycles per byte-pair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212080" cy="45720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554480"/>
            <a:ext cx="73152" cy="4572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(this work)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instruction, both bytes, one cycle.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add packed pairs A, 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VADD R7, A, B       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cycle per byte-pair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payloads pack two ADC channels or status bytes per 16-bit word. </a:t>
            </a:r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core spends most of its life moving bits around — VSS does the actual work instead.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StarCore-1 datapath with VSS modifications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signals are new for VSS; everything else is unchanged from Practical 4.</a:t>
            </a:r>
            <a:endParaRPr lang="en-US" sz="1300" dirty="0"/>
          </a:p>
        </p:txBody>
      </p:sp>
      <p:pic>
        <p:nvPicPr>
          <p:cNvPr id="7" name="Image 0" descr="/home/claude/vss_demo/docs/system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858000" cy="51563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371600"/>
            <a:ext cx="4023360" cy="4572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vector_mode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1-bit signal from Control Unit. Switches ALU between scalar and 2 × 8-bit lane mode.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095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ALUOp = 2'b11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encoding (ALUOP_VECTOR). Tells ALU_Control to bypass the opcode decode table.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095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funct[2:0]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instr[2:0] of the VECTOR instruction; passes straight through to alu_control.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4'b1110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956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instruction. R-type-like register addressing, writes ALU result back to register file.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~30 lines of new Verilog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possible edit that delivers a real SIMD extension.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Lane-split arithmetic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case-statement: vector_mode = 0 keeps the original 16-bit ops; vector_mode = 1 splits a, b and result into independent {hi, lo} 8-bit lanes. The carry chain between bits 7 and 8 is broken by construction — each lane evaluates as its own 8-bit expression.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vector_mode input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+ 8 SIMD-lite 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ALU_Control.v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 passthrough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one casex pattern: 6'b11xxxx → ALU_Cnt = funct. When ALUOp = 2'b11 the funct field bypasses the opcode decode table entirely. Every baseline pattern from Practical 4 is unchanged.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funct[2:0] input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ALUOP_VECTOR case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ControlUnit.v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410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opcode + mode bit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410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case for opcode 4'b1110 (VECTOR): R-type-like register addressing, ALUOp = 2'b11, and assertion of the new vector_mode output. All other opcodes safely default vector_mode to 0.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410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vector_mode output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OP_VECTOR case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instruction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opcode, eight operations, zero impact on existing instructions.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encoding (16 bits)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97180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[15:12]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[11:9]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[8:6]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[5:3]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1828800"/>
            <a:ext cx="297180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[2:0]  → ALU 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funct[2:0] selects the vector operation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7955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Mnemonic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(when vector_mode =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VADD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lane-wise 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VSUB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lane-wise 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VINV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NOT of operand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VSHL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shift left  (b[11:8] | b[3:0])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VSHR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shift right (b[11:8] | b[3:0])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set-less-than (unsigned)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the ALU's existing 3-bit operation encoding for funct means ALU_Control needs no new decode logic — it just forwards the bits. Opcode 4'b1010 (the brief's reserved coprocessor slot) is deliberately left untouched.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software reference vs hardware DUT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implementations. If they agree, the hardware matches the spec.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21208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golden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3957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vss_golden.py — independent reference implementation of the VSS ALU spec.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90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 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401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ALU + 16 ALU_Control + 9 ControlUnit cases, covering scalar regression and every vector op.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testbench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4074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same vectors into the DUT, compares to expected values, prints PASS/FAIL.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1206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102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VCD waveform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4132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$dumpvars captures every signal — GTKWave shows the lane split visually.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463040"/>
            <a:ext cx="5440680" cy="484632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vss_golden.py · alu_vector(a, b, op)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alu_vector</a:t>
            </a:r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op):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a_hi, a_lo = (a &gt;&gt; 8) &amp; 0xFF, a &amp; 0xFF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b_hi, b_lo = (b &gt;&gt; 8) &amp; 0xFF, b &amp; 0xFF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op == ADD: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 = (a_hi + b_hi) &amp; 0xFF   </a:t>
            </a:r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carry trapped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 = (a_lo + b_lo) &amp; 0xFF   </a:t>
            </a:r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wraps in-lane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op == SUB: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 = (a_hi - b_hi) &amp; 0xFF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 = (a_lo - b_lo) &amp; 0xFF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((hi &lt;&lt; 8) | lo) &amp; 0xFFFF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bit-exact against software reference across every operation.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023360" cy="493776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39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3520440"/>
            <a:ext cx="548640" cy="274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ALU_tb.v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ALU_Control_tb.v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ControlUnit_tb.v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4617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 · 0 warnings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417320"/>
            <a:ext cx="6766560" cy="493776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vvp alu_tb.vvp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87452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VSS ALU Golden-Measure Test    Group 7 (KLPJOA002, HLLALE010)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=================================================================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Scalar mode (16-bit, baseline) 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[1] PASS  ADD-carry    a=00ff b=0001  result=0100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[2] PASS  SUB-borrow   a=0100 b=0001  result=00ff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[3] PASS  SHL4         a=0fff b=0004  result=fff0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[4] PASS  SLT-true     a=0005 b=000a  result=0001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Vector mode (2 x 8-bit lanes, VSS) 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[5] PASS  VADD-basic   a=0a05 b=2007  result=2a0c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[6] PASS  VADD-nocarry a=10ff b=0001  result=1000  </a:t>
            </a:r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lane 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[7] PASS  VSUB-basic   a=8010 b=4002  result=400e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[8] PASS  VSUB-noborrow a=2000 b=1001 result=10ff  </a:t>
            </a:r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no borrow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 [9–14] PASS  VAND VOR VSLT-mix VSHL VSHR VINV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Results: 14 PASS, 0 FAIL (out of 14 tests)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*** GOLDEN MEASURE MATCH — VSS ALU verified ***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proof: the broken carry 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operands, two cycles. The signal trace makes the lane split self-evident.</a:t>
            </a:r>
            <a:endParaRPr lang="en-US" sz="1300" dirty="0"/>
          </a:p>
        </p:txBody>
      </p:sp>
      <p:pic>
        <p:nvPicPr>
          <p:cNvPr id="7" name="Image 0" descr="/home/claude/vss_demo/docs/waveform_lan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0" cy="41880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5486400"/>
            <a:ext cx="73152" cy="9144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5595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bottom two rows. </a:t>
            </a:r>
            <a:pPr indent="0" marL="0">
              <a:buNone/>
            </a:pPr>
            <a:r>
              <a:rPr lang="en-US" sz="11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dashed line: scalar 0x00FF + 0x0001 → high byte goes from 0x00 to 0x01 (carry propagated). After: vector mode is high, 0x10FF + 0x0001 → low lane wraps to 0x00, high lane stays 0x10. No carry crosses bit 7. That single property is the whole VSS innovation.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performance vs the StarCore-1 baseline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ISA: instruction count is cycle count. Numbers are modelled, not measured.</a:t>
            </a:r>
            <a:endParaRPr lang="en-US" sz="1300" dirty="0"/>
          </a:p>
        </p:txBody>
      </p:sp>
      <p:pic>
        <p:nvPicPr>
          <p:cNvPr id="7" name="Image 0" descr="/home/claude/vss_demo/docs/performanc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686800" cy="43652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18320" y="1417320"/>
            <a:ext cx="2377440" cy="4754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9418320" y="1417320"/>
            <a:ext cx="73152" cy="47548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0" y="1920240"/>
            <a:ext cx="2103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workload we count the StarCore-1 instructions needed to perform the same byte-level computation (unpack → op → repack), then divide by the VSS instruction count (1 per word).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factor printed above each pair. Range 5×–8× across these workloads.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we'll run 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commands, three minutes. Icarus Verilog 12.0 + GTKWave on this laptop.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54480" y="1554480"/>
            <a:ext cx="4114800" cy="64008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vvp alu_tb.vvp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gold standard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vectors, scalar + vector. Watch test #6 (VADD-nocarry) — that's the headline.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2416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 / 14 PASS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2743200"/>
            <a:ext cx="4114800" cy="64008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gtkwave ALU_tb.vcd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inspection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035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vector_mode, a, b, result[15:8], result[7:0]. Zoom to the mode transition.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2416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Visible lane split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554480" y="3931920"/>
            <a:ext cx="4114800" cy="64008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vvp aluctrl_tb.vvp &amp;&amp; vvp cu_tb.vvp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path verified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4224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 passthrough on ALUOp=11 + vector_mode asserted for exactly opcode 1110.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2416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 / 25 PASS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  </a:t>
            </a:r>
            <a:pPr indent="0" marL="0">
              <a:buNone/>
            </a:pPr>
            <a:r>
              <a:rPr lang="en-US" sz="11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slides 1–6 (motivation, system, ISA, modules)        </a:t>
            </a:r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15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Joab   </a:t>
            </a:r>
            <a:pPr indent="0" marL="0">
              <a:buNone/>
            </a:pPr>
            <a:r>
              <a:rPr lang="en-US" sz="11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slides 7–11 (gold standard, waveform, performance, live demo)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VSS, in one slide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StarCore-1: one new opcode, one new mode signal, 8 vector operations sharing the existing 3-bit ALU encoding.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of 39 module-level golden tests pass. Scalar regression is zero. The lane split is visible on the waveform between bits 7 and 8.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integration with the unchanged Practical 4 datapath, then memory-mapped I/O for telemetry ingest. Per-lane masks and saturation as stretch goals.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39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297680" y="5349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tests pass
</a:t>
            </a:r>
            <a:pPr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ALU, ALU_Control and ControlUnit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4206240"/>
            <a:ext cx="22860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</a:t>
            </a:r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EEE4120F HPES Project ·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Joab Gray Kloppers (KLPJOA002) · Alex Hillman (HLLALE010)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EEE4120F HPES Project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VSS — Vectorized Signal Star</dc:title>
  <dc:subject>PptxGenJS Presentation</dc:subject>
  <dc:creator>Group 7 — Kloppers, Hillman</dc:creator>
  <cp:lastModifiedBy>Group 7 — Kloppers, Hillman</cp:lastModifiedBy>
  <cp:revision>1</cp:revision>
  <dcterms:created xsi:type="dcterms:W3CDTF">2026-05-17T18:34:56Z</dcterms:created>
  <dcterms:modified xsi:type="dcterms:W3CDTF">2026-05-17T18:34:56Z</dcterms:modified>
</cp:coreProperties>
</file>